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1" r:id="rId5"/>
    <p:sldId id="262" r:id="rId6"/>
    <p:sldId id="265" r:id="rId7"/>
    <p:sldId id="264" r:id="rId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9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57447B-E4F4-464E-A92E-B9AA73AB969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193E69E-FF31-4E09-B455-34F5742EDCCE}">
      <dgm:prSet phldrT="[Text]" phldr="0"/>
      <dgm:spPr/>
      <dgm:t>
        <a:bodyPr/>
        <a:lstStyle/>
        <a:p>
          <a:r>
            <a:rPr lang="en-US" dirty="0"/>
            <a:t>Timer </a:t>
          </a:r>
          <a:endParaRPr lang="LID4096" dirty="0"/>
        </a:p>
      </dgm:t>
    </dgm:pt>
    <dgm:pt modelId="{E9F815BA-E6FD-48C1-BBFB-87E65B60513E}" type="parTrans" cxnId="{FDBCCA1A-FD7A-49B2-A88C-7A031C969159}">
      <dgm:prSet/>
      <dgm:spPr/>
      <dgm:t>
        <a:bodyPr/>
        <a:lstStyle/>
        <a:p>
          <a:endParaRPr lang="LID4096"/>
        </a:p>
      </dgm:t>
    </dgm:pt>
    <dgm:pt modelId="{55311223-5877-48F3-AE61-7EC8630A3526}" type="sibTrans" cxnId="{FDBCCA1A-FD7A-49B2-A88C-7A031C969159}">
      <dgm:prSet/>
      <dgm:spPr/>
      <dgm:t>
        <a:bodyPr/>
        <a:lstStyle/>
        <a:p>
          <a:endParaRPr lang="LID4096"/>
        </a:p>
      </dgm:t>
    </dgm:pt>
    <dgm:pt modelId="{36DD7259-FE50-4E0B-9D6F-2AC619FD2028}">
      <dgm:prSet phldrT="[Text]" phldr="0"/>
      <dgm:spPr/>
      <dgm:t>
        <a:bodyPr/>
        <a:lstStyle/>
        <a:p>
          <a:r>
            <a:rPr lang="en-US" dirty="0"/>
            <a:t>START – countdown.</a:t>
          </a:r>
          <a:endParaRPr lang="LID4096" dirty="0"/>
        </a:p>
      </dgm:t>
    </dgm:pt>
    <dgm:pt modelId="{BB47454F-D12F-4B39-A3F7-A6D85A398154}" type="parTrans" cxnId="{D8FF3539-D861-4BB2-B939-20F7C780EC03}">
      <dgm:prSet/>
      <dgm:spPr/>
      <dgm:t>
        <a:bodyPr/>
        <a:lstStyle/>
        <a:p>
          <a:endParaRPr lang="LID4096"/>
        </a:p>
      </dgm:t>
    </dgm:pt>
    <dgm:pt modelId="{85258F66-487F-4954-A77E-CC7B2D4BBC31}" type="sibTrans" cxnId="{D8FF3539-D861-4BB2-B939-20F7C780EC03}">
      <dgm:prSet/>
      <dgm:spPr/>
      <dgm:t>
        <a:bodyPr/>
        <a:lstStyle/>
        <a:p>
          <a:endParaRPr lang="LID4096"/>
        </a:p>
      </dgm:t>
    </dgm:pt>
    <dgm:pt modelId="{4600DD08-0C61-4C19-975F-801106AD770F}">
      <dgm:prSet phldrT="[Text]" phldr="0"/>
      <dgm:spPr/>
      <dgm:t>
        <a:bodyPr/>
        <a:lstStyle/>
        <a:p>
          <a:r>
            <a:rPr lang="en-US" dirty="0"/>
            <a:t>DUT commands</a:t>
          </a:r>
          <a:endParaRPr lang="LID4096" dirty="0"/>
        </a:p>
      </dgm:t>
    </dgm:pt>
    <dgm:pt modelId="{A63A0276-9BF3-4362-83E4-F574BC2BC9BC}" type="parTrans" cxnId="{E8CBD004-91E8-4D28-926D-0C350E7D74DD}">
      <dgm:prSet/>
      <dgm:spPr/>
      <dgm:t>
        <a:bodyPr/>
        <a:lstStyle/>
        <a:p>
          <a:endParaRPr lang="LID4096"/>
        </a:p>
      </dgm:t>
    </dgm:pt>
    <dgm:pt modelId="{BAD94447-BAC3-46C3-8C25-7C2B13DEC7AD}" type="sibTrans" cxnId="{E8CBD004-91E8-4D28-926D-0C350E7D74DD}">
      <dgm:prSet/>
      <dgm:spPr/>
      <dgm:t>
        <a:bodyPr/>
        <a:lstStyle/>
        <a:p>
          <a:endParaRPr lang="LID4096"/>
        </a:p>
      </dgm:t>
    </dgm:pt>
    <dgm:pt modelId="{1C007525-EBBE-48B2-91E7-256E866ED9CA}">
      <dgm:prSet phldrT="[Text]" phldr="0"/>
      <dgm:spPr/>
      <dgm:t>
        <a:bodyPr/>
        <a:lstStyle/>
        <a:p>
          <a:r>
            <a:rPr lang="en-US" dirty="0"/>
            <a:t>Read/Write.</a:t>
          </a:r>
          <a:endParaRPr lang="LID4096" dirty="0"/>
        </a:p>
      </dgm:t>
    </dgm:pt>
    <dgm:pt modelId="{89B8FAFC-EE9F-49E9-BEC0-00BAC1FD76F1}" type="parTrans" cxnId="{020962B6-BD8D-4A41-A6B5-389AF3E98A2F}">
      <dgm:prSet/>
      <dgm:spPr/>
      <dgm:t>
        <a:bodyPr/>
        <a:lstStyle/>
        <a:p>
          <a:endParaRPr lang="LID4096"/>
        </a:p>
      </dgm:t>
    </dgm:pt>
    <dgm:pt modelId="{2B535833-8A78-45AE-B202-E1225F8C0158}" type="sibTrans" cxnId="{020962B6-BD8D-4A41-A6B5-389AF3E98A2F}">
      <dgm:prSet/>
      <dgm:spPr/>
      <dgm:t>
        <a:bodyPr/>
        <a:lstStyle/>
        <a:p>
          <a:endParaRPr lang="LID4096"/>
        </a:p>
      </dgm:t>
    </dgm:pt>
    <dgm:pt modelId="{7FC242C2-38C1-4B3E-B978-DB0B34E2C8A1}">
      <dgm:prSet phldrT="[Text]" phldr="0"/>
      <dgm:spPr/>
      <dgm:t>
        <a:bodyPr/>
        <a:lstStyle/>
        <a:p>
          <a:r>
            <a:rPr lang="en-US" dirty="0"/>
            <a:t>Nothing.</a:t>
          </a:r>
          <a:endParaRPr lang="LID4096" dirty="0"/>
        </a:p>
      </dgm:t>
    </dgm:pt>
    <dgm:pt modelId="{8AD977B8-21B5-42FC-9B7C-37B7170E47EC}" type="parTrans" cxnId="{F7A57D78-2066-4069-AA8D-4ECC7B23BA16}">
      <dgm:prSet/>
      <dgm:spPr/>
      <dgm:t>
        <a:bodyPr/>
        <a:lstStyle/>
        <a:p>
          <a:endParaRPr lang="LID4096"/>
        </a:p>
      </dgm:t>
    </dgm:pt>
    <dgm:pt modelId="{D83B7105-3DD7-45B7-9AA1-0AD08E89E820}" type="sibTrans" cxnId="{F7A57D78-2066-4069-AA8D-4ECC7B23BA16}">
      <dgm:prSet/>
      <dgm:spPr/>
      <dgm:t>
        <a:bodyPr/>
        <a:lstStyle/>
        <a:p>
          <a:endParaRPr lang="LID4096"/>
        </a:p>
      </dgm:t>
    </dgm:pt>
    <dgm:pt modelId="{B114F368-25B7-48DC-B01F-C2C709ED36DA}">
      <dgm:prSet phldrT="[Text]" phldr="0"/>
      <dgm:spPr/>
      <dgm:t>
        <a:bodyPr/>
        <a:lstStyle/>
        <a:p>
          <a:r>
            <a:rPr lang="en-US" dirty="0"/>
            <a:t>Cross </a:t>
          </a:r>
          <a:endParaRPr lang="LID4096" dirty="0"/>
        </a:p>
      </dgm:t>
    </dgm:pt>
    <dgm:pt modelId="{80D049FE-0FEB-4683-86FE-7E7FB1E64788}" type="parTrans" cxnId="{59016336-C3AF-4225-A759-C2F4C2A09EAD}">
      <dgm:prSet/>
      <dgm:spPr/>
      <dgm:t>
        <a:bodyPr/>
        <a:lstStyle/>
        <a:p>
          <a:endParaRPr lang="LID4096"/>
        </a:p>
      </dgm:t>
    </dgm:pt>
    <dgm:pt modelId="{4C11345E-84C1-4817-9CDC-0849AF06354A}" type="sibTrans" cxnId="{59016336-C3AF-4225-A759-C2F4C2A09EAD}">
      <dgm:prSet/>
      <dgm:spPr/>
      <dgm:t>
        <a:bodyPr/>
        <a:lstStyle/>
        <a:p>
          <a:endParaRPr lang="LID4096"/>
        </a:p>
      </dgm:t>
    </dgm:pt>
    <dgm:pt modelId="{BDF5C1A7-A2E2-44AE-A3A3-4024B668DE6D}">
      <dgm:prSet phldrT="[Text]" phldr="0"/>
      <dgm:spPr/>
      <dgm:t>
        <a:bodyPr/>
        <a:lstStyle/>
        <a:p>
          <a:r>
            <a:rPr lang="en-US" dirty="0"/>
            <a:t>Unmapped address.</a:t>
          </a:r>
          <a:endParaRPr lang="LID4096" dirty="0"/>
        </a:p>
      </dgm:t>
    </dgm:pt>
    <dgm:pt modelId="{5575F845-FC16-4923-A8D2-7B9BC28704C0}" type="parTrans" cxnId="{6C25DAD6-5D43-4B6C-A4FC-85A5E6A91724}">
      <dgm:prSet/>
      <dgm:spPr/>
      <dgm:t>
        <a:bodyPr/>
        <a:lstStyle/>
        <a:p>
          <a:endParaRPr lang="LID4096"/>
        </a:p>
      </dgm:t>
    </dgm:pt>
    <dgm:pt modelId="{DFE8BB9C-5961-47C4-95BC-F4459FD844C2}" type="sibTrans" cxnId="{6C25DAD6-5D43-4B6C-A4FC-85A5E6A91724}">
      <dgm:prSet/>
      <dgm:spPr/>
      <dgm:t>
        <a:bodyPr/>
        <a:lstStyle/>
        <a:p>
          <a:endParaRPr lang="LID4096"/>
        </a:p>
      </dgm:t>
    </dgm:pt>
    <dgm:pt modelId="{0381DB3C-3EEE-4852-9E19-7A599C6B89D7}">
      <dgm:prSet phldrT="[Text]" phldr="0"/>
      <dgm:spPr/>
      <dgm:t>
        <a:bodyPr/>
        <a:lstStyle/>
        <a:p>
          <a:r>
            <a:rPr lang="en-US" dirty="0"/>
            <a:t>Corner cases</a:t>
          </a:r>
          <a:endParaRPr lang="LID4096" dirty="0"/>
        </a:p>
      </dgm:t>
    </dgm:pt>
    <dgm:pt modelId="{9AD5F106-11D8-49A3-827E-023C800FEC0D}" type="parTrans" cxnId="{A6260E5E-15B0-4E3B-8956-94F06B12F2D7}">
      <dgm:prSet/>
      <dgm:spPr/>
      <dgm:t>
        <a:bodyPr/>
        <a:lstStyle/>
        <a:p>
          <a:endParaRPr lang="LID4096"/>
        </a:p>
      </dgm:t>
    </dgm:pt>
    <dgm:pt modelId="{524347E5-447F-4AFC-A29E-89861485E8FD}" type="sibTrans" cxnId="{A6260E5E-15B0-4E3B-8956-94F06B12F2D7}">
      <dgm:prSet/>
      <dgm:spPr/>
      <dgm:t>
        <a:bodyPr/>
        <a:lstStyle/>
        <a:p>
          <a:endParaRPr lang="LID4096"/>
        </a:p>
      </dgm:t>
    </dgm:pt>
    <dgm:pt modelId="{DB6534EB-43FD-4369-B814-1A5D3C93F63F}">
      <dgm:prSet phldrT="[Text]" phldr="0"/>
      <dgm:spPr/>
      <dgm:t>
        <a:bodyPr/>
        <a:lstStyle/>
        <a:p>
          <a:r>
            <a:rPr lang="en-US" dirty="0"/>
            <a:t>Reload enable = high/low. </a:t>
          </a:r>
          <a:endParaRPr lang="LID4096" dirty="0"/>
        </a:p>
      </dgm:t>
    </dgm:pt>
    <dgm:pt modelId="{2CB2A2E0-01AC-4913-9826-B58EB002961C}" type="parTrans" cxnId="{BDF59326-6A96-4EBF-B381-CFF9D7B13B10}">
      <dgm:prSet/>
      <dgm:spPr/>
      <dgm:t>
        <a:bodyPr/>
        <a:lstStyle/>
        <a:p>
          <a:endParaRPr lang="LID4096"/>
        </a:p>
      </dgm:t>
    </dgm:pt>
    <dgm:pt modelId="{1D05E9C1-5284-457F-BC80-246608B20E5C}" type="sibTrans" cxnId="{BDF59326-6A96-4EBF-B381-CFF9D7B13B10}">
      <dgm:prSet/>
      <dgm:spPr/>
      <dgm:t>
        <a:bodyPr/>
        <a:lstStyle/>
        <a:p>
          <a:endParaRPr lang="LID4096"/>
        </a:p>
      </dgm:t>
    </dgm:pt>
    <dgm:pt modelId="{C3A9A49F-C129-442F-AB34-FAFFD4ECBC48}">
      <dgm:prSet phldrT="[Text]" phldr="0"/>
      <dgm:spPr/>
      <dgm:t>
        <a:bodyPr/>
        <a:lstStyle/>
        <a:p>
          <a:r>
            <a:rPr lang="en-US" dirty="0"/>
            <a:t>Loading zero.</a:t>
          </a:r>
          <a:endParaRPr lang="LID4096" dirty="0"/>
        </a:p>
      </dgm:t>
    </dgm:pt>
    <dgm:pt modelId="{B8BE0E28-53B5-4256-B07B-F50734F0F3E8}" type="parTrans" cxnId="{6811E802-B0EB-4EA1-9AD4-A43E2583A269}">
      <dgm:prSet/>
      <dgm:spPr/>
      <dgm:t>
        <a:bodyPr/>
        <a:lstStyle/>
        <a:p>
          <a:endParaRPr lang="LID4096"/>
        </a:p>
      </dgm:t>
    </dgm:pt>
    <dgm:pt modelId="{0062E37F-C5F0-4051-8406-1158DE58723D}" type="sibTrans" cxnId="{6811E802-B0EB-4EA1-9AD4-A43E2583A269}">
      <dgm:prSet/>
      <dgm:spPr/>
      <dgm:t>
        <a:bodyPr/>
        <a:lstStyle/>
        <a:p>
          <a:endParaRPr lang="LID4096"/>
        </a:p>
      </dgm:t>
    </dgm:pt>
    <dgm:pt modelId="{0EECF991-A3C7-4C8C-A764-BEAE343657F6}">
      <dgm:prSet phldrT="[Text]" phldr="0"/>
      <dgm:spPr/>
      <dgm:t>
        <a:bodyPr/>
        <a:lstStyle/>
        <a:p>
          <a:r>
            <a:rPr lang="en-US" dirty="0"/>
            <a:t>Start before countdown goes to zero.</a:t>
          </a:r>
          <a:endParaRPr lang="LID4096" dirty="0"/>
        </a:p>
      </dgm:t>
    </dgm:pt>
    <dgm:pt modelId="{53A8DAF0-BF42-4EF4-865C-654735F640E0}" type="parTrans" cxnId="{0771D680-F5FA-41CE-AA90-336B6B363ABA}">
      <dgm:prSet/>
      <dgm:spPr/>
      <dgm:t>
        <a:bodyPr/>
        <a:lstStyle/>
        <a:p>
          <a:endParaRPr lang="LID4096"/>
        </a:p>
      </dgm:t>
    </dgm:pt>
    <dgm:pt modelId="{7E4E1BE9-9C77-49BB-8D74-2C1A2CF55211}" type="sibTrans" cxnId="{0771D680-F5FA-41CE-AA90-336B6B363ABA}">
      <dgm:prSet/>
      <dgm:spPr/>
      <dgm:t>
        <a:bodyPr/>
        <a:lstStyle/>
        <a:p>
          <a:endParaRPr lang="LID4096"/>
        </a:p>
      </dgm:t>
    </dgm:pt>
    <dgm:pt modelId="{84E11A4E-3D5B-4CA7-A112-DEC31F563802}">
      <dgm:prSet phldrT="[Text]" phldr="0"/>
      <dgm:spPr/>
      <dgm:t>
        <a:bodyPr/>
        <a:lstStyle/>
        <a:p>
          <a:r>
            <a:rPr lang="en-US" dirty="0"/>
            <a:t>Writing while reading mode.</a:t>
          </a:r>
          <a:endParaRPr lang="LID4096" dirty="0"/>
        </a:p>
      </dgm:t>
    </dgm:pt>
    <dgm:pt modelId="{B3FD2A18-602E-4919-BA00-C4D6221CB670}" type="parTrans" cxnId="{EBA8DC84-ED1B-4FA6-BA2D-30963106723D}">
      <dgm:prSet/>
      <dgm:spPr/>
      <dgm:t>
        <a:bodyPr/>
        <a:lstStyle/>
        <a:p>
          <a:endParaRPr lang="LID4096"/>
        </a:p>
      </dgm:t>
    </dgm:pt>
    <dgm:pt modelId="{CA42FE86-0E90-40C0-AF21-7418837B976C}" type="sibTrans" cxnId="{EBA8DC84-ED1B-4FA6-BA2D-30963106723D}">
      <dgm:prSet/>
      <dgm:spPr/>
      <dgm:t>
        <a:bodyPr/>
        <a:lstStyle/>
        <a:p>
          <a:endParaRPr lang="LID4096"/>
        </a:p>
      </dgm:t>
    </dgm:pt>
    <dgm:pt modelId="{3A87F48C-A5C9-4162-8642-BCC9B6F433CD}">
      <dgm:prSet phldrT="[Text]" phldr="0"/>
      <dgm:spPr/>
      <dgm:t>
        <a:bodyPr/>
        <a:lstStyle/>
        <a:p>
          <a:r>
            <a:rPr lang="en-US" dirty="0"/>
            <a:t>Reloading enable high while countdown.</a:t>
          </a:r>
          <a:endParaRPr lang="LID4096" dirty="0"/>
        </a:p>
      </dgm:t>
    </dgm:pt>
    <dgm:pt modelId="{21665830-E134-4E3B-9C4C-22CB4F495181}" type="parTrans" cxnId="{32B94195-D98A-4DCB-8B01-6400551D6B3E}">
      <dgm:prSet/>
      <dgm:spPr/>
      <dgm:t>
        <a:bodyPr/>
        <a:lstStyle/>
        <a:p>
          <a:endParaRPr lang="LID4096"/>
        </a:p>
      </dgm:t>
    </dgm:pt>
    <dgm:pt modelId="{029D5A7E-88E3-4EC6-B97A-B54EA0393867}" type="sibTrans" cxnId="{32B94195-D98A-4DCB-8B01-6400551D6B3E}">
      <dgm:prSet/>
      <dgm:spPr/>
      <dgm:t>
        <a:bodyPr/>
        <a:lstStyle/>
        <a:p>
          <a:endParaRPr lang="LID4096"/>
        </a:p>
      </dgm:t>
    </dgm:pt>
    <dgm:pt modelId="{3D4FF87F-FBF5-41C5-9EDC-D0711528FF19}">
      <dgm:prSet phldrT="[Text]" phldr="0"/>
      <dgm:spPr/>
      <dgm:t>
        <a:bodyPr/>
        <a:lstStyle/>
        <a:p>
          <a:r>
            <a:rPr lang="en-US" dirty="0"/>
            <a:t>Reset operation.</a:t>
          </a:r>
          <a:endParaRPr lang="LID4096" dirty="0"/>
        </a:p>
      </dgm:t>
    </dgm:pt>
    <dgm:pt modelId="{7F0080D2-CE34-4189-BF1F-18A235500979}" type="parTrans" cxnId="{5E228B67-974D-40B5-B560-B5EA70B304B3}">
      <dgm:prSet/>
      <dgm:spPr/>
      <dgm:t>
        <a:bodyPr/>
        <a:lstStyle/>
        <a:p>
          <a:endParaRPr lang="LID4096"/>
        </a:p>
      </dgm:t>
    </dgm:pt>
    <dgm:pt modelId="{50EBBBDE-121D-4F66-BDD8-37D5FFB1D8FA}" type="sibTrans" cxnId="{5E228B67-974D-40B5-B560-B5EA70B304B3}">
      <dgm:prSet/>
      <dgm:spPr/>
      <dgm:t>
        <a:bodyPr/>
        <a:lstStyle/>
        <a:p>
          <a:endParaRPr lang="LID4096"/>
        </a:p>
      </dgm:t>
    </dgm:pt>
    <dgm:pt modelId="{1B7FE069-0168-4440-80D5-B9FAE9518F36}" type="pres">
      <dgm:prSet presAssocID="{9157447B-E4F4-464E-A92E-B9AA73AB9699}" presName="linearFlow" presStyleCnt="0">
        <dgm:presLayoutVars>
          <dgm:dir/>
          <dgm:animLvl val="lvl"/>
          <dgm:resizeHandles val="exact"/>
        </dgm:presLayoutVars>
      </dgm:prSet>
      <dgm:spPr/>
    </dgm:pt>
    <dgm:pt modelId="{A27DA44D-285E-4DAD-9B22-50642EA8C283}" type="pres">
      <dgm:prSet presAssocID="{1193E69E-FF31-4E09-B455-34F5742EDCCE}" presName="composite" presStyleCnt="0"/>
      <dgm:spPr/>
    </dgm:pt>
    <dgm:pt modelId="{640A159C-0368-4448-9C32-2BE16FF74E31}" type="pres">
      <dgm:prSet presAssocID="{1193E69E-FF31-4E09-B455-34F5742EDCC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D35231F-14E2-4E7B-816A-B2847AD526DF}" type="pres">
      <dgm:prSet presAssocID="{1193E69E-FF31-4E09-B455-34F5742EDCCE}" presName="descendantText" presStyleLbl="alignAcc1" presStyleIdx="0" presStyleCnt="4">
        <dgm:presLayoutVars>
          <dgm:bulletEnabled val="1"/>
        </dgm:presLayoutVars>
      </dgm:prSet>
      <dgm:spPr/>
    </dgm:pt>
    <dgm:pt modelId="{42864ACE-2E53-483D-8C96-82C4455C3E44}" type="pres">
      <dgm:prSet presAssocID="{55311223-5877-48F3-AE61-7EC8630A3526}" presName="sp" presStyleCnt="0"/>
      <dgm:spPr/>
    </dgm:pt>
    <dgm:pt modelId="{CF32A6AE-C92E-4986-93BA-7FA44DF7565B}" type="pres">
      <dgm:prSet presAssocID="{4600DD08-0C61-4C19-975F-801106AD770F}" presName="composite" presStyleCnt="0"/>
      <dgm:spPr/>
    </dgm:pt>
    <dgm:pt modelId="{EE2543B5-0897-4763-97CA-C13D0B496FBB}" type="pres">
      <dgm:prSet presAssocID="{4600DD08-0C61-4C19-975F-801106AD770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6FB67E3A-423A-44F4-A0DC-726A0A0714E4}" type="pres">
      <dgm:prSet presAssocID="{4600DD08-0C61-4C19-975F-801106AD770F}" presName="descendantText" presStyleLbl="alignAcc1" presStyleIdx="1" presStyleCnt="4">
        <dgm:presLayoutVars>
          <dgm:bulletEnabled val="1"/>
        </dgm:presLayoutVars>
      </dgm:prSet>
      <dgm:spPr/>
    </dgm:pt>
    <dgm:pt modelId="{0FA199F7-F0CC-4EBE-B9F0-AE74DA045259}" type="pres">
      <dgm:prSet presAssocID="{BAD94447-BAC3-46C3-8C25-7C2B13DEC7AD}" presName="sp" presStyleCnt="0"/>
      <dgm:spPr/>
    </dgm:pt>
    <dgm:pt modelId="{A266BA11-F19C-4253-A2BB-2E820906D33A}" type="pres">
      <dgm:prSet presAssocID="{B114F368-25B7-48DC-B01F-C2C709ED36DA}" presName="composite" presStyleCnt="0"/>
      <dgm:spPr/>
    </dgm:pt>
    <dgm:pt modelId="{8CF49C06-EB36-4A7B-93EC-1D4EFB5A904F}" type="pres">
      <dgm:prSet presAssocID="{B114F368-25B7-48DC-B01F-C2C709ED36D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883F355-835E-4C04-A885-37C9A4EF5DAA}" type="pres">
      <dgm:prSet presAssocID="{B114F368-25B7-48DC-B01F-C2C709ED36DA}" presName="descendantText" presStyleLbl="alignAcc1" presStyleIdx="2" presStyleCnt="4">
        <dgm:presLayoutVars>
          <dgm:bulletEnabled val="1"/>
        </dgm:presLayoutVars>
      </dgm:prSet>
      <dgm:spPr/>
    </dgm:pt>
    <dgm:pt modelId="{8389701C-0D96-46E6-8A4F-1900F1049ECE}" type="pres">
      <dgm:prSet presAssocID="{4C11345E-84C1-4817-9CDC-0849AF06354A}" presName="sp" presStyleCnt="0"/>
      <dgm:spPr/>
    </dgm:pt>
    <dgm:pt modelId="{04A42980-23C4-4CD7-BC30-8E9F72078DB1}" type="pres">
      <dgm:prSet presAssocID="{0381DB3C-3EEE-4852-9E19-7A599C6B89D7}" presName="composite" presStyleCnt="0"/>
      <dgm:spPr/>
    </dgm:pt>
    <dgm:pt modelId="{CF70F1F4-6D0A-4175-9B4E-DB579B2E8BB9}" type="pres">
      <dgm:prSet presAssocID="{0381DB3C-3EEE-4852-9E19-7A599C6B89D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FA955B41-7CEC-4D12-B971-2D9ED7E16112}" type="pres">
      <dgm:prSet presAssocID="{0381DB3C-3EEE-4852-9E19-7A599C6B89D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811E802-B0EB-4EA1-9AD4-A43E2583A269}" srcId="{0381DB3C-3EEE-4852-9E19-7A599C6B89D7}" destId="{C3A9A49F-C129-442F-AB34-FAFFD4ECBC48}" srcOrd="0" destOrd="0" parTransId="{B8BE0E28-53B5-4256-B07B-F50734F0F3E8}" sibTransId="{0062E37F-C5F0-4051-8406-1158DE58723D}"/>
    <dgm:cxn modelId="{E8CBD004-91E8-4D28-926D-0C350E7D74DD}" srcId="{9157447B-E4F4-464E-A92E-B9AA73AB9699}" destId="{4600DD08-0C61-4C19-975F-801106AD770F}" srcOrd="1" destOrd="0" parTransId="{A63A0276-9BF3-4362-83E4-F574BC2BC9BC}" sibTransId="{BAD94447-BAC3-46C3-8C25-7C2B13DEC7AD}"/>
    <dgm:cxn modelId="{FDBCCA1A-FD7A-49B2-A88C-7A031C969159}" srcId="{9157447B-E4F4-464E-A92E-B9AA73AB9699}" destId="{1193E69E-FF31-4E09-B455-34F5742EDCCE}" srcOrd="0" destOrd="0" parTransId="{E9F815BA-E6FD-48C1-BBFB-87E65B60513E}" sibTransId="{55311223-5877-48F3-AE61-7EC8630A3526}"/>
    <dgm:cxn modelId="{BDF59326-6A96-4EBF-B381-CFF9D7B13B10}" srcId="{1193E69E-FF31-4E09-B455-34F5742EDCCE}" destId="{DB6534EB-43FD-4369-B814-1A5D3C93F63F}" srcOrd="1" destOrd="0" parTransId="{2CB2A2E0-01AC-4913-9826-B58EB002961C}" sibTransId="{1D05E9C1-5284-457F-BC80-246608B20E5C}"/>
    <dgm:cxn modelId="{3166E82B-C9B6-47C2-BA63-DA4967798618}" type="presOf" srcId="{9157447B-E4F4-464E-A92E-B9AA73AB9699}" destId="{1B7FE069-0168-4440-80D5-B9FAE9518F36}" srcOrd="0" destOrd="0" presId="urn:microsoft.com/office/officeart/2005/8/layout/chevron2"/>
    <dgm:cxn modelId="{59016336-C3AF-4225-A759-C2F4C2A09EAD}" srcId="{9157447B-E4F4-464E-A92E-B9AA73AB9699}" destId="{B114F368-25B7-48DC-B01F-C2C709ED36DA}" srcOrd="2" destOrd="0" parTransId="{80D049FE-0FEB-4683-86FE-7E7FB1E64788}" sibTransId="{4C11345E-84C1-4817-9CDC-0849AF06354A}"/>
    <dgm:cxn modelId="{F3AC9138-6660-4958-94CA-044D4FA13501}" type="presOf" srcId="{1193E69E-FF31-4E09-B455-34F5742EDCCE}" destId="{640A159C-0368-4448-9C32-2BE16FF74E31}" srcOrd="0" destOrd="0" presId="urn:microsoft.com/office/officeart/2005/8/layout/chevron2"/>
    <dgm:cxn modelId="{D8FF3539-D861-4BB2-B939-20F7C780EC03}" srcId="{1193E69E-FF31-4E09-B455-34F5742EDCCE}" destId="{36DD7259-FE50-4E0B-9D6F-2AC619FD2028}" srcOrd="0" destOrd="0" parTransId="{BB47454F-D12F-4B39-A3F7-A6D85A398154}" sibTransId="{85258F66-487F-4954-A77E-CC7B2D4BBC31}"/>
    <dgm:cxn modelId="{7C52F93F-5CB7-4A50-9A31-8FF318E4E74E}" type="presOf" srcId="{4600DD08-0C61-4C19-975F-801106AD770F}" destId="{EE2543B5-0897-4763-97CA-C13D0B496FBB}" srcOrd="0" destOrd="0" presId="urn:microsoft.com/office/officeart/2005/8/layout/chevron2"/>
    <dgm:cxn modelId="{A6260E5E-15B0-4E3B-8956-94F06B12F2D7}" srcId="{9157447B-E4F4-464E-A92E-B9AA73AB9699}" destId="{0381DB3C-3EEE-4852-9E19-7A599C6B89D7}" srcOrd="3" destOrd="0" parTransId="{9AD5F106-11D8-49A3-827E-023C800FEC0D}" sibTransId="{524347E5-447F-4AFC-A29E-89861485E8FD}"/>
    <dgm:cxn modelId="{44FB4565-973C-44B8-BF60-98071A3B9A86}" type="presOf" srcId="{0381DB3C-3EEE-4852-9E19-7A599C6B89D7}" destId="{CF70F1F4-6D0A-4175-9B4E-DB579B2E8BB9}" srcOrd="0" destOrd="0" presId="urn:microsoft.com/office/officeart/2005/8/layout/chevron2"/>
    <dgm:cxn modelId="{72174B66-1FCC-43D4-AB2D-043186B5F258}" type="presOf" srcId="{B114F368-25B7-48DC-B01F-C2C709ED36DA}" destId="{8CF49C06-EB36-4A7B-93EC-1D4EFB5A904F}" srcOrd="0" destOrd="0" presId="urn:microsoft.com/office/officeart/2005/8/layout/chevron2"/>
    <dgm:cxn modelId="{5E228B67-974D-40B5-B560-B5EA70B304B3}" srcId="{1193E69E-FF31-4E09-B455-34F5742EDCCE}" destId="{3D4FF87F-FBF5-41C5-9EDC-D0711528FF19}" srcOrd="2" destOrd="0" parTransId="{7F0080D2-CE34-4189-BF1F-18A235500979}" sibTransId="{50EBBBDE-121D-4F66-BDD8-37D5FFB1D8FA}"/>
    <dgm:cxn modelId="{E84AFE69-978A-427A-A5B5-5F330F573162}" type="presOf" srcId="{DB6534EB-43FD-4369-B814-1A5D3C93F63F}" destId="{3D35231F-14E2-4E7B-816A-B2847AD526DF}" srcOrd="0" destOrd="1" presId="urn:microsoft.com/office/officeart/2005/8/layout/chevron2"/>
    <dgm:cxn modelId="{4D421775-BF1D-4E40-AF69-4CFDE21F4139}" type="presOf" srcId="{1C007525-EBBE-48B2-91E7-256E866ED9CA}" destId="{6FB67E3A-423A-44F4-A0DC-726A0A0714E4}" srcOrd="0" destOrd="0" presId="urn:microsoft.com/office/officeart/2005/8/layout/chevron2"/>
    <dgm:cxn modelId="{C3F2B157-2F88-45A4-AC90-D65B2B6AA4EE}" type="presOf" srcId="{C3A9A49F-C129-442F-AB34-FAFFD4ECBC48}" destId="{FA955B41-7CEC-4D12-B971-2D9ED7E16112}" srcOrd="0" destOrd="0" presId="urn:microsoft.com/office/officeart/2005/8/layout/chevron2"/>
    <dgm:cxn modelId="{F7A57D78-2066-4069-AA8D-4ECC7B23BA16}" srcId="{4600DD08-0C61-4C19-975F-801106AD770F}" destId="{7FC242C2-38C1-4B3E-B978-DB0B34E2C8A1}" srcOrd="1" destOrd="0" parTransId="{8AD977B8-21B5-42FC-9B7C-37B7170E47EC}" sibTransId="{D83B7105-3DD7-45B7-9AA1-0AD08E89E820}"/>
    <dgm:cxn modelId="{0771D680-F5FA-41CE-AA90-336B6B363ABA}" srcId="{0381DB3C-3EEE-4852-9E19-7A599C6B89D7}" destId="{0EECF991-A3C7-4C8C-A764-BEAE343657F6}" srcOrd="1" destOrd="0" parTransId="{53A8DAF0-BF42-4EF4-865C-654735F640E0}" sibTransId="{7E4E1BE9-9C77-49BB-8D74-2C1A2CF55211}"/>
    <dgm:cxn modelId="{EBA8DC84-ED1B-4FA6-BA2D-30963106723D}" srcId="{B114F368-25B7-48DC-B01F-C2C709ED36DA}" destId="{84E11A4E-3D5B-4CA7-A112-DEC31F563802}" srcOrd="0" destOrd="0" parTransId="{B3FD2A18-602E-4919-BA00-C4D6221CB670}" sibTransId="{CA42FE86-0E90-40C0-AF21-7418837B976C}"/>
    <dgm:cxn modelId="{32B94195-D98A-4DCB-8B01-6400551D6B3E}" srcId="{B114F368-25B7-48DC-B01F-C2C709ED36DA}" destId="{3A87F48C-A5C9-4162-8642-BCC9B6F433CD}" srcOrd="1" destOrd="0" parTransId="{21665830-E134-4E3B-9C4C-22CB4F495181}" sibTransId="{029D5A7E-88E3-4EC6-B97A-B54EA0393867}"/>
    <dgm:cxn modelId="{353ECA9E-6016-4623-873C-F9555C8C9034}" type="presOf" srcId="{36DD7259-FE50-4E0B-9D6F-2AC619FD2028}" destId="{3D35231F-14E2-4E7B-816A-B2847AD526DF}" srcOrd="0" destOrd="0" presId="urn:microsoft.com/office/officeart/2005/8/layout/chevron2"/>
    <dgm:cxn modelId="{020962B6-BD8D-4A41-A6B5-389AF3E98A2F}" srcId="{4600DD08-0C61-4C19-975F-801106AD770F}" destId="{1C007525-EBBE-48B2-91E7-256E866ED9CA}" srcOrd="0" destOrd="0" parTransId="{89B8FAFC-EE9F-49E9-BEC0-00BAC1FD76F1}" sibTransId="{2B535833-8A78-45AE-B202-E1225F8C0158}"/>
    <dgm:cxn modelId="{F060C8CF-A5E5-4384-9273-546DE8F7503E}" type="presOf" srcId="{0EECF991-A3C7-4C8C-A764-BEAE343657F6}" destId="{FA955B41-7CEC-4D12-B971-2D9ED7E16112}" srcOrd="0" destOrd="1" presId="urn:microsoft.com/office/officeart/2005/8/layout/chevron2"/>
    <dgm:cxn modelId="{2C1F3BD0-5F67-4669-812D-E135489DDCB4}" type="presOf" srcId="{BDF5C1A7-A2E2-44AE-A3A3-4024B668DE6D}" destId="{6FB67E3A-423A-44F4-A0DC-726A0A0714E4}" srcOrd="0" destOrd="2" presId="urn:microsoft.com/office/officeart/2005/8/layout/chevron2"/>
    <dgm:cxn modelId="{752B43D3-5F18-42E2-AF36-038CEB05B58E}" type="presOf" srcId="{3A87F48C-A5C9-4162-8642-BCC9B6F433CD}" destId="{1883F355-835E-4C04-A885-37C9A4EF5DAA}" srcOrd="0" destOrd="1" presId="urn:microsoft.com/office/officeart/2005/8/layout/chevron2"/>
    <dgm:cxn modelId="{6C25DAD6-5D43-4B6C-A4FC-85A5E6A91724}" srcId="{4600DD08-0C61-4C19-975F-801106AD770F}" destId="{BDF5C1A7-A2E2-44AE-A3A3-4024B668DE6D}" srcOrd="2" destOrd="0" parTransId="{5575F845-FC16-4923-A8D2-7B9BC28704C0}" sibTransId="{DFE8BB9C-5961-47C4-95BC-F4459FD844C2}"/>
    <dgm:cxn modelId="{352E2FD7-252E-4482-8303-04B8E1E23040}" type="presOf" srcId="{3D4FF87F-FBF5-41C5-9EDC-D0711528FF19}" destId="{3D35231F-14E2-4E7B-816A-B2847AD526DF}" srcOrd="0" destOrd="2" presId="urn:microsoft.com/office/officeart/2005/8/layout/chevron2"/>
    <dgm:cxn modelId="{F06055DB-1709-4123-8E52-3B0A9483F937}" type="presOf" srcId="{84E11A4E-3D5B-4CA7-A112-DEC31F563802}" destId="{1883F355-835E-4C04-A885-37C9A4EF5DAA}" srcOrd="0" destOrd="0" presId="urn:microsoft.com/office/officeart/2005/8/layout/chevron2"/>
    <dgm:cxn modelId="{2D5D64F8-C560-466D-97AD-28B81FDB8DDC}" type="presOf" srcId="{7FC242C2-38C1-4B3E-B978-DB0B34E2C8A1}" destId="{6FB67E3A-423A-44F4-A0DC-726A0A0714E4}" srcOrd="0" destOrd="1" presId="urn:microsoft.com/office/officeart/2005/8/layout/chevron2"/>
    <dgm:cxn modelId="{7F795072-38F4-42CA-A528-730C9B71E0BE}" type="presParOf" srcId="{1B7FE069-0168-4440-80D5-B9FAE9518F36}" destId="{A27DA44D-285E-4DAD-9B22-50642EA8C283}" srcOrd="0" destOrd="0" presId="urn:microsoft.com/office/officeart/2005/8/layout/chevron2"/>
    <dgm:cxn modelId="{FF84E314-C8D5-4914-A8E5-89AB4D9A765A}" type="presParOf" srcId="{A27DA44D-285E-4DAD-9B22-50642EA8C283}" destId="{640A159C-0368-4448-9C32-2BE16FF74E31}" srcOrd="0" destOrd="0" presId="urn:microsoft.com/office/officeart/2005/8/layout/chevron2"/>
    <dgm:cxn modelId="{05962797-9C2B-4D2B-B7E6-C047C31BEB10}" type="presParOf" srcId="{A27DA44D-285E-4DAD-9B22-50642EA8C283}" destId="{3D35231F-14E2-4E7B-816A-B2847AD526DF}" srcOrd="1" destOrd="0" presId="urn:microsoft.com/office/officeart/2005/8/layout/chevron2"/>
    <dgm:cxn modelId="{538B35AD-C50C-4662-B0B3-1C865016D632}" type="presParOf" srcId="{1B7FE069-0168-4440-80D5-B9FAE9518F36}" destId="{42864ACE-2E53-483D-8C96-82C4455C3E44}" srcOrd="1" destOrd="0" presId="urn:microsoft.com/office/officeart/2005/8/layout/chevron2"/>
    <dgm:cxn modelId="{1A875C01-28EC-4840-AF1C-FA5FB74EC0C9}" type="presParOf" srcId="{1B7FE069-0168-4440-80D5-B9FAE9518F36}" destId="{CF32A6AE-C92E-4986-93BA-7FA44DF7565B}" srcOrd="2" destOrd="0" presId="urn:microsoft.com/office/officeart/2005/8/layout/chevron2"/>
    <dgm:cxn modelId="{88E872AC-0280-4640-86BA-81C5884115A7}" type="presParOf" srcId="{CF32A6AE-C92E-4986-93BA-7FA44DF7565B}" destId="{EE2543B5-0897-4763-97CA-C13D0B496FBB}" srcOrd="0" destOrd="0" presId="urn:microsoft.com/office/officeart/2005/8/layout/chevron2"/>
    <dgm:cxn modelId="{1F2240AE-A31F-403C-882E-427059F08409}" type="presParOf" srcId="{CF32A6AE-C92E-4986-93BA-7FA44DF7565B}" destId="{6FB67E3A-423A-44F4-A0DC-726A0A0714E4}" srcOrd="1" destOrd="0" presId="urn:microsoft.com/office/officeart/2005/8/layout/chevron2"/>
    <dgm:cxn modelId="{ABC4F115-CB71-4A3D-AF3E-71E1C0111972}" type="presParOf" srcId="{1B7FE069-0168-4440-80D5-B9FAE9518F36}" destId="{0FA199F7-F0CC-4EBE-B9F0-AE74DA045259}" srcOrd="3" destOrd="0" presId="urn:microsoft.com/office/officeart/2005/8/layout/chevron2"/>
    <dgm:cxn modelId="{FE540C18-EE91-4F51-A293-D64784B41C8F}" type="presParOf" srcId="{1B7FE069-0168-4440-80D5-B9FAE9518F36}" destId="{A266BA11-F19C-4253-A2BB-2E820906D33A}" srcOrd="4" destOrd="0" presId="urn:microsoft.com/office/officeart/2005/8/layout/chevron2"/>
    <dgm:cxn modelId="{50101969-7FA3-42B2-ADBD-39D58E2DB3CF}" type="presParOf" srcId="{A266BA11-F19C-4253-A2BB-2E820906D33A}" destId="{8CF49C06-EB36-4A7B-93EC-1D4EFB5A904F}" srcOrd="0" destOrd="0" presId="urn:microsoft.com/office/officeart/2005/8/layout/chevron2"/>
    <dgm:cxn modelId="{C73C24F7-58DF-498A-B80F-871EC0DE7139}" type="presParOf" srcId="{A266BA11-F19C-4253-A2BB-2E820906D33A}" destId="{1883F355-835E-4C04-A885-37C9A4EF5DAA}" srcOrd="1" destOrd="0" presId="urn:microsoft.com/office/officeart/2005/8/layout/chevron2"/>
    <dgm:cxn modelId="{F15EE031-D08C-48A4-8B9C-AFB404F01B43}" type="presParOf" srcId="{1B7FE069-0168-4440-80D5-B9FAE9518F36}" destId="{8389701C-0D96-46E6-8A4F-1900F1049ECE}" srcOrd="5" destOrd="0" presId="urn:microsoft.com/office/officeart/2005/8/layout/chevron2"/>
    <dgm:cxn modelId="{309D8B08-AED4-4543-9804-5C24F2EED144}" type="presParOf" srcId="{1B7FE069-0168-4440-80D5-B9FAE9518F36}" destId="{04A42980-23C4-4CD7-BC30-8E9F72078DB1}" srcOrd="6" destOrd="0" presId="urn:microsoft.com/office/officeart/2005/8/layout/chevron2"/>
    <dgm:cxn modelId="{60DE4674-DCEB-4917-9714-859B98523A4F}" type="presParOf" srcId="{04A42980-23C4-4CD7-BC30-8E9F72078DB1}" destId="{CF70F1F4-6D0A-4175-9B4E-DB579B2E8BB9}" srcOrd="0" destOrd="0" presId="urn:microsoft.com/office/officeart/2005/8/layout/chevron2"/>
    <dgm:cxn modelId="{FC894576-5154-4C4D-93A1-AE4DE1D808C6}" type="presParOf" srcId="{04A42980-23C4-4CD7-BC30-8E9F72078DB1}" destId="{FA955B41-7CEC-4D12-B971-2D9ED7E1611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A159C-0368-4448-9C32-2BE16FF74E31}">
      <dsp:nvSpPr>
        <dsp:cNvPr id="0" name=""/>
        <dsp:cNvSpPr/>
      </dsp:nvSpPr>
      <dsp:spPr>
        <a:xfrm rot="5400000">
          <a:off x="-219471" y="219479"/>
          <a:ext cx="1463145" cy="102420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Timer </a:t>
          </a:r>
          <a:endParaRPr lang="LID4096" sz="1400" kern="1200" dirty="0"/>
        </a:p>
      </dsp:txBody>
      <dsp:txXfrm rot="-5400000">
        <a:off x="1" y="512108"/>
        <a:ext cx="1024202" cy="438943"/>
      </dsp:txXfrm>
    </dsp:sp>
    <dsp:sp modelId="{3D35231F-14E2-4E7B-816A-B2847AD526DF}">
      <dsp:nvSpPr>
        <dsp:cNvPr id="0" name=""/>
        <dsp:cNvSpPr/>
      </dsp:nvSpPr>
      <dsp:spPr>
        <a:xfrm rot="5400000">
          <a:off x="2767318" y="-1743108"/>
          <a:ext cx="951044" cy="44372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START – countdown.</a:t>
          </a:r>
          <a:endParaRPr lang="LID4096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Reload enable = high/low. </a:t>
          </a:r>
          <a:endParaRPr lang="LID4096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Reset operation.</a:t>
          </a:r>
          <a:endParaRPr lang="LID4096" sz="1700" kern="1200" dirty="0"/>
        </a:p>
      </dsp:txBody>
      <dsp:txXfrm rot="-5400000">
        <a:off x="1024202" y="46434"/>
        <a:ext cx="4390850" cy="858192"/>
      </dsp:txXfrm>
    </dsp:sp>
    <dsp:sp modelId="{EE2543B5-0897-4763-97CA-C13D0B496FBB}">
      <dsp:nvSpPr>
        <dsp:cNvPr id="0" name=""/>
        <dsp:cNvSpPr/>
      </dsp:nvSpPr>
      <dsp:spPr>
        <a:xfrm rot="5400000">
          <a:off x="-219471" y="1537981"/>
          <a:ext cx="1463145" cy="102420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DUT commands</a:t>
          </a:r>
          <a:endParaRPr lang="LID4096" sz="1400" kern="1200" dirty="0"/>
        </a:p>
      </dsp:txBody>
      <dsp:txXfrm rot="-5400000">
        <a:off x="1" y="1830610"/>
        <a:ext cx="1024202" cy="438943"/>
      </dsp:txXfrm>
    </dsp:sp>
    <dsp:sp modelId="{6FB67E3A-423A-44F4-A0DC-726A0A0714E4}">
      <dsp:nvSpPr>
        <dsp:cNvPr id="0" name=""/>
        <dsp:cNvSpPr/>
      </dsp:nvSpPr>
      <dsp:spPr>
        <a:xfrm rot="5400000">
          <a:off x="2767318" y="-424606"/>
          <a:ext cx="951044" cy="44372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Read/Write.</a:t>
          </a:r>
          <a:endParaRPr lang="LID4096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Nothing.</a:t>
          </a:r>
          <a:endParaRPr lang="LID4096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Unmapped address.</a:t>
          </a:r>
          <a:endParaRPr lang="LID4096" sz="1700" kern="1200" dirty="0"/>
        </a:p>
      </dsp:txBody>
      <dsp:txXfrm rot="-5400000">
        <a:off x="1024202" y="1364936"/>
        <a:ext cx="4390850" cy="858192"/>
      </dsp:txXfrm>
    </dsp:sp>
    <dsp:sp modelId="{8CF49C06-EB36-4A7B-93EC-1D4EFB5A904F}">
      <dsp:nvSpPr>
        <dsp:cNvPr id="0" name=""/>
        <dsp:cNvSpPr/>
      </dsp:nvSpPr>
      <dsp:spPr>
        <a:xfrm rot="5400000">
          <a:off x="-219471" y="2856483"/>
          <a:ext cx="1463145" cy="102420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Cross </a:t>
          </a:r>
          <a:endParaRPr lang="LID4096" sz="1400" kern="1200" dirty="0"/>
        </a:p>
      </dsp:txBody>
      <dsp:txXfrm rot="-5400000">
        <a:off x="1" y="3149112"/>
        <a:ext cx="1024202" cy="438943"/>
      </dsp:txXfrm>
    </dsp:sp>
    <dsp:sp modelId="{1883F355-835E-4C04-A885-37C9A4EF5DAA}">
      <dsp:nvSpPr>
        <dsp:cNvPr id="0" name=""/>
        <dsp:cNvSpPr/>
      </dsp:nvSpPr>
      <dsp:spPr>
        <a:xfrm rot="5400000">
          <a:off x="2767318" y="893895"/>
          <a:ext cx="951044" cy="44372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Writing while reading mode.</a:t>
          </a:r>
          <a:endParaRPr lang="LID4096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Reloading enable high while countdown.</a:t>
          </a:r>
          <a:endParaRPr lang="LID4096" sz="1700" kern="1200" dirty="0"/>
        </a:p>
      </dsp:txBody>
      <dsp:txXfrm rot="-5400000">
        <a:off x="1024202" y="2683437"/>
        <a:ext cx="4390850" cy="858192"/>
      </dsp:txXfrm>
    </dsp:sp>
    <dsp:sp modelId="{CF70F1F4-6D0A-4175-9B4E-DB579B2E8BB9}">
      <dsp:nvSpPr>
        <dsp:cNvPr id="0" name=""/>
        <dsp:cNvSpPr/>
      </dsp:nvSpPr>
      <dsp:spPr>
        <a:xfrm rot="5400000">
          <a:off x="-219471" y="4174985"/>
          <a:ext cx="1463145" cy="102420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Corner cases</a:t>
          </a:r>
          <a:endParaRPr lang="LID4096" sz="1400" kern="1200" dirty="0"/>
        </a:p>
      </dsp:txBody>
      <dsp:txXfrm rot="-5400000">
        <a:off x="1" y="4467614"/>
        <a:ext cx="1024202" cy="438943"/>
      </dsp:txXfrm>
    </dsp:sp>
    <dsp:sp modelId="{FA955B41-7CEC-4D12-B971-2D9ED7E16112}">
      <dsp:nvSpPr>
        <dsp:cNvPr id="0" name=""/>
        <dsp:cNvSpPr/>
      </dsp:nvSpPr>
      <dsp:spPr>
        <a:xfrm rot="5400000">
          <a:off x="2767318" y="2212397"/>
          <a:ext cx="951044" cy="44372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Loading zero.</a:t>
          </a:r>
          <a:endParaRPr lang="LID4096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Start before countdown goes to zero.</a:t>
          </a:r>
          <a:endParaRPr lang="LID4096" sz="1700" kern="1200" dirty="0"/>
        </a:p>
      </dsp:txBody>
      <dsp:txXfrm rot="-5400000">
        <a:off x="1024202" y="4001939"/>
        <a:ext cx="4390850" cy="858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B406-67D4-6708-318E-6B3197642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76240-5A00-DDC4-80BB-A265BA52C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0BB33-68E3-5D12-5E93-31CDA014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5524-F4C2-38FF-5E72-86D91286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E7C1D-99FA-2FD2-49D0-3A7B2495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954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B2007-1AB0-D7BC-1AF8-8BD89E82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4E12-A915-CCBA-E2CE-F84991404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B2186-3636-A64E-13A8-F85DC769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15532-2CE2-39C6-3CCB-8A2FC27C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F50BD-4C3F-CCAD-1E4A-798F644E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077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9338-CD39-87ED-F971-C3BF00673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0FE7D-20F1-881C-B805-831C56C4B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7FA57-5AA3-454C-4C61-6FA56277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17858-95E1-7C76-9851-3A646769B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6D440-ACBB-89A3-5DCC-44F2FB91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974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2B90-AB01-4118-EE8A-8308B7D1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0D97-4992-6B3F-A792-B3DC05577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991FA-8417-390C-C6C5-0FD295E82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9E194-A64C-7E3C-E7B1-167C4DB7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7F8DE-BCAE-C896-76CB-1F546B1C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EE4E2-42A4-01FB-9D96-036C3449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654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941A-7DC5-DD11-CAB6-687C87D8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368F-B387-E4BC-FCCC-10073E905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6E7C1-6F47-B1C8-E338-2482B8A41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54A49-D877-A8E1-19A8-EBBB56B53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D1CB9-60FB-1DFF-7E49-FB34078AD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C412E-12EA-52B3-6C18-010A90DB6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7EC82-7632-1365-DD09-5341797B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D7143-A0F3-DA3D-F167-CC240CAD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348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34EF-9086-7CD7-D15B-99E802B0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E07B3-0675-C82F-C934-303C04AB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C1184-DDAD-1654-8524-0C088205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1B8CA-20BC-9951-5B1A-B2F5A78D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910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216C0-8FCA-9505-D1EC-71D2EB89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F1619-1725-EF75-8BDE-647BB880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1FCB7-58CB-A979-421A-766BB1D9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159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F3E2-2CDE-DAF9-FCCF-4C9B948F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07444-8A9A-6ACE-F4BE-880A633DF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9ECCF-571B-D96C-E547-7BE279FE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E1D5D-A353-303F-A9E9-54FF56B7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BC2D1-0073-619D-2EBD-C28FB9C9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7B30C-E6D0-68B6-21EB-7C4A3788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771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2513-E374-75AA-3F78-B21CAC21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FBF2AA-2CB4-01A8-FC0F-96539524B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AD5E2-22BC-6D18-5834-E7EF9964D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01AB1-5A25-0DE9-6BB1-3B918DE5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B9E80-DF04-AE3A-570F-27BCEA1E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71B11-DEEF-750B-582E-FC2A073C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809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F91E-CCF7-2DB9-ED34-9D49A9A2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6E623-836D-ADC4-404A-9F82E3680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E3E53-F313-1E72-2671-FA8827F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9563B-1D28-1D73-1B46-3B5A7295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EBA1-8886-3F73-EE0B-C6A3C038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526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069D4-37F0-4D3A-05C6-F098FA940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A97D9-8D8D-07FC-8549-1D073A73A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49F68-1914-DEA0-0FCE-3401D1EB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9891F-EDA4-3961-D9BA-0BD5347D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225AF-1DA3-CF7E-B3BF-E5C49F57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73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EE6C2-53FB-6BBF-6C43-7C5B9DF0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5B578-1637-73A0-DFE2-48E254E49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A1B37-1CCB-4B09-FC90-2E9443765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C0801-813E-4202-AE65-4A2CB54F3FB7}" type="datetimeFigureOut">
              <a:rPr lang="en-IL" smtClean="0"/>
              <a:t>12/14/2025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FFA95-E34A-F963-E6E2-75953CC30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03A50-43EC-316B-786D-DFCB75A2C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CC895-8ADC-40AF-81E1-1C99F213BF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636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DA6F-D68E-5D59-0BCE-3A5CC4F8D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5795" y="2766715"/>
            <a:ext cx="8764437" cy="907720"/>
          </a:xfrm>
        </p:spPr>
        <p:txBody>
          <a:bodyPr>
            <a:normAutofit fontScale="90000"/>
          </a:bodyPr>
          <a:lstStyle/>
          <a:p>
            <a:r>
              <a:rPr lang="en-GB" dirty="0"/>
              <a:t>Verification Planning Mid Pro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4271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A2F8-14EE-B23D-A5E8-5154F852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BF4A-6932-EDD4-B305-66067A835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035" y="357070"/>
            <a:ext cx="7669843" cy="907720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 &amp; scope 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9A177D-8895-911C-03FA-704EA5984F11}"/>
              </a:ext>
            </a:extLst>
          </p:cNvPr>
          <p:cNvSpPr/>
          <p:nvPr/>
        </p:nvSpPr>
        <p:spPr>
          <a:xfrm>
            <a:off x="559999" y="1293545"/>
            <a:ext cx="5536001" cy="31806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1" rtlCol="0" anchor="ctr"/>
          <a:lstStyle/>
          <a:p>
            <a:r>
              <a:rPr lang="en-US" b="1" dirty="0"/>
              <a:t>DUT Timer Summery</a:t>
            </a:r>
            <a:endParaRPr lang="en-US" dirty="0"/>
          </a:p>
          <a:p>
            <a:r>
              <a:rPr lang="en-US" dirty="0"/>
              <a:t>We are verifying a Timer DUT its main use is to countdown a programable Number loaded with automatic reload operation, the Timer control is achieved with </a:t>
            </a:r>
            <a:r>
              <a:rPr lang="en-US" dirty="0" err="1"/>
              <a:t>req&amp;gnt</a:t>
            </a:r>
            <a:r>
              <a:rPr lang="en-US" dirty="0"/>
              <a:t> interface to control registers.  </a:t>
            </a:r>
          </a:p>
          <a:p>
            <a:endParaRPr lang="en-US" dirty="0"/>
          </a:p>
          <a:p>
            <a:r>
              <a:rPr lang="en-US" b="1" dirty="0"/>
              <a:t>Verification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Timing correctness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 accuracy behavior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BD4D3-77CB-A481-B703-A5867E6A6EF9}"/>
              </a:ext>
            </a:extLst>
          </p:cNvPr>
          <p:cNvSpPr/>
          <p:nvPr/>
        </p:nvSpPr>
        <p:spPr>
          <a:xfrm>
            <a:off x="6573328" y="1293545"/>
            <a:ext cx="4249231" cy="213545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1" rtlCol="0" anchor="ctr"/>
          <a:lstStyle/>
          <a:p>
            <a:r>
              <a:rPr lang="en-US" b="1" dirty="0"/>
              <a:t>In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Read/Write interface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Timer behavior reset/</a:t>
            </a:r>
            <a:r>
              <a:rPr lang="en-US" dirty="0" err="1"/>
              <a:t>reload_en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Out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corner cases not mention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42B8E-DB28-9A78-940C-E3BCD127B6E5}"/>
              </a:ext>
            </a:extLst>
          </p:cNvPr>
          <p:cNvSpPr/>
          <p:nvPr/>
        </p:nvSpPr>
        <p:spPr>
          <a:xfrm>
            <a:off x="559999" y="4474232"/>
            <a:ext cx="11189178" cy="213545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1"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Open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internal register use?</a:t>
            </a:r>
            <a:br>
              <a:rPr lang="en-US" dirty="0"/>
            </a:br>
            <a:r>
              <a:rPr lang="en-US" dirty="0"/>
              <a:t>Do we need to check all the other option of the Timer?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the START bit should </a:t>
            </a:r>
            <a:r>
              <a:rPr lang="en-US" dirty="0" err="1"/>
              <a:t>posedge</a:t>
            </a:r>
            <a:r>
              <a:rPr lang="en-US" dirty="0"/>
              <a:t> in order to restart the count?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0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1F11E-FEAF-BF01-A6CB-1348971D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B70C-EAEB-B608-A514-10F65AB1B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577" y="351319"/>
            <a:ext cx="9017480" cy="907720"/>
          </a:xfrm>
        </p:spPr>
        <p:txBody>
          <a:bodyPr>
            <a:normAutofit fontScale="90000"/>
          </a:bodyPr>
          <a:lstStyle/>
          <a:p>
            <a:r>
              <a:rPr lang="en-GB" dirty="0"/>
              <a:t>Requirements Extraction &amp; RTM</a:t>
            </a:r>
            <a:endParaRPr lang="en-IL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CE6C55-BE11-8254-E27F-E7D1CB303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37440"/>
              </p:ext>
            </p:extLst>
          </p:nvPr>
        </p:nvGraphicFramePr>
        <p:xfrm>
          <a:off x="160174" y="3759379"/>
          <a:ext cx="12046926" cy="2834640"/>
        </p:xfrm>
        <a:graphic>
          <a:graphicData uri="http://schemas.openxmlformats.org/drawingml/2006/table">
            <a:tbl>
              <a:tblPr/>
              <a:tblGrid>
                <a:gridCol w="2475294">
                  <a:extLst>
                    <a:ext uri="{9D8B030D-6E8A-4147-A177-3AD203B41FA5}">
                      <a16:colId xmlns:a16="http://schemas.microsoft.com/office/drawing/2014/main" val="991082730"/>
                    </a:ext>
                  </a:extLst>
                </a:gridCol>
                <a:gridCol w="9571632">
                  <a:extLst>
                    <a:ext uri="{9D8B030D-6E8A-4147-A177-3AD203B41FA5}">
                      <a16:colId xmlns:a16="http://schemas.microsoft.com/office/drawing/2014/main" val="185963441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b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Verification Strategy 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77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Strategy Area</a:t>
                      </a:r>
                      <a:endParaRPr lang="en-US" sz="180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Approach</a:t>
                      </a:r>
                      <a:endParaRPr lang="en-US" sz="180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7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Methodology: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SystemVerilog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object-oriented testbench architecture.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22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Stimulus Strategy: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Constrained-Random, with some Directed tests for corner cases (like Loading zero).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337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Checking Strategy: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checker for the expected results and SVA for the protocol operation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377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Coverage Strategy: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Coverage of the input/operation mode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48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Regression/Automation: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Creating a regression/automation baselined tests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713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Exit Criteria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Code Coverage (100% line/toggle) and Functional Coverage (100% of defined </a:t>
                      </a:r>
                      <a:r>
                        <a:rPr lang="en-GB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coverpoints</a:t>
                      </a:r>
                      <a:r>
                        <a:rPr lang="en-GB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4891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C9AF91-861D-C142-DA63-C85422020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519007"/>
              </p:ext>
            </p:extLst>
          </p:nvPr>
        </p:nvGraphicFramePr>
        <p:xfrm>
          <a:off x="471577" y="1160815"/>
          <a:ext cx="4932152" cy="1752600"/>
        </p:xfrm>
        <a:graphic>
          <a:graphicData uri="http://schemas.openxmlformats.org/drawingml/2006/table">
            <a:tbl>
              <a:tblPr/>
              <a:tblGrid>
                <a:gridCol w="389181">
                  <a:extLst>
                    <a:ext uri="{9D8B030D-6E8A-4147-A177-3AD203B41FA5}">
                      <a16:colId xmlns:a16="http://schemas.microsoft.com/office/drawing/2014/main" val="3557752025"/>
                    </a:ext>
                  </a:extLst>
                </a:gridCol>
                <a:gridCol w="4542971">
                  <a:extLst>
                    <a:ext uri="{9D8B030D-6E8A-4147-A177-3AD203B41FA5}">
                      <a16:colId xmlns:a16="http://schemas.microsoft.com/office/drawing/2014/main" val="3997238185"/>
                    </a:ext>
                  </a:extLst>
                </a:gridCol>
              </a:tblGrid>
              <a:tr h="2008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L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#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u="sng" dirty="0"/>
                        <a:t>Metrics for Success (Exit Criteria)</a:t>
                      </a:r>
                      <a:endParaRPr lang="en-US" b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541644"/>
                  </a:ext>
                </a:extLst>
              </a:tr>
              <a:tr h="2008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L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n-IL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100% of Functional Coverage targets met.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382180"/>
                  </a:ext>
                </a:extLst>
              </a:tr>
              <a:tr h="2008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L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n-IL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All critical and major bugs fixed and verified.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955247"/>
                  </a:ext>
                </a:extLst>
              </a:tr>
              <a:tr h="2008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L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n-IL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 regression failures for 48 hours.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53472"/>
                  </a:ext>
                </a:extLst>
              </a:tr>
              <a:tr h="2008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L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n-IL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All tests in the Test Plan are passing.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08714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272F1B-11B4-779C-C587-DC4BDC06E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67237"/>
              </p:ext>
            </p:extLst>
          </p:nvPr>
        </p:nvGraphicFramePr>
        <p:xfrm>
          <a:off x="531004" y="1498289"/>
          <a:ext cx="10671836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959">
                  <a:extLst>
                    <a:ext uri="{9D8B030D-6E8A-4147-A177-3AD203B41FA5}">
                      <a16:colId xmlns:a16="http://schemas.microsoft.com/office/drawing/2014/main" val="3442739195"/>
                    </a:ext>
                  </a:extLst>
                </a:gridCol>
                <a:gridCol w="2667959">
                  <a:extLst>
                    <a:ext uri="{9D8B030D-6E8A-4147-A177-3AD203B41FA5}">
                      <a16:colId xmlns:a16="http://schemas.microsoft.com/office/drawing/2014/main" val="4275617704"/>
                    </a:ext>
                  </a:extLst>
                </a:gridCol>
                <a:gridCol w="2667959">
                  <a:extLst>
                    <a:ext uri="{9D8B030D-6E8A-4147-A177-3AD203B41FA5}">
                      <a16:colId xmlns:a16="http://schemas.microsoft.com/office/drawing/2014/main" val="575428857"/>
                    </a:ext>
                  </a:extLst>
                </a:gridCol>
                <a:gridCol w="2667959">
                  <a:extLst>
                    <a:ext uri="{9D8B030D-6E8A-4147-A177-3AD203B41FA5}">
                      <a16:colId xmlns:a16="http://schemas.microsoft.com/office/drawing/2014/main" val="3254137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 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Requirement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Verification Method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Planned Artifact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 mod:</a:t>
                      </a:r>
                      <a:br>
                        <a:rPr lang="en-US" dirty="0"/>
                      </a:br>
                      <a:r>
                        <a:rPr lang="en-US" dirty="0"/>
                        <a:t>req -&gt; </a:t>
                      </a:r>
                      <a:r>
                        <a:rPr lang="en-US" dirty="0" err="1"/>
                        <a:t>gnt</a:t>
                      </a:r>
                      <a:r>
                        <a:rPr lang="en-US" dirty="0"/>
                        <a:t> #3 </a:t>
                      </a:r>
                      <a:r>
                        <a:rPr lang="en-US" dirty="0" err="1"/>
                        <a:t>clk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Assert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Assertion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0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mod:</a:t>
                      </a:r>
                    </a:p>
                    <a:p>
                      <a:r>
                        <a:rPr lang="en-US" dirty="0" err="1"/>
                        <a:t>Rdata</a:t>
                      </a:r>
                      <a:r>
                        <a:rPr lang="en-US" dirty="0"/>
                        <a:t> -&gt; </a:t>
                      </a:r>
                      <a:r>
                        <a:rPr lang="en-US" dirty="0" err="1"/>
                        <a:t>gnt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Assert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Assertion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38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Read/Write bus interface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coverage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 interface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2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29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9D2F8-4B27-05D3-FE94-04C80F7C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1D57-C4E6-8895-C795-51AF05A4F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08" y="374322"/>
            <a:ext cx="7142672" cy="907720"/>
          </a:xfrm>
        </p:spPr>
        <p:txBody>
          <a:bodyPr>
            <a:normAutofit fontScale="90000"/>
          </a:bodyPr>
          <a:lstStyle/>
          <a:p>
            <a:r>
              <a:rPr lang="en-GB" dirty="0"/>
              <a:t>Phase 3 - TB architecture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C3CF4-E7E9-9C6D-1531-7636B1EE2A42}"/>
              </a:ext>
            </a:extLst>
          </p:cNvPr>
          <p:cNvSpPr/>
          <p:nvPr/>
        </p:nvSpPr>
        <p:spPr>
          <a:xfrm>
            <a:off x="7660257" y="4946189"/>
            <a:ext cx="4405223" cy="15374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TB – connecting between the physical and the dynamic parts.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Environment – gathering all the dynamic classes into one class as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BaseTest</a:t>
            </a:r>
            <a:r>
              <a:rPr lang="en-US" sz="1600" dirty="0"/>
              <a:t> – making test scenarios by a sequence of the sequencer methods.</a:t>
            </a:r>
            <a:endParaRPr lang="LID4096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EAC6A5-4693-DE3A-2910-E367332ED598}"/>
              </a:ext>
            </a:extLst>
          </p:cNvPr>
          <p:cNvSpPr/>
          <p:nvPr/>
        </p:nvSpPr>
        <p:spPr>
          <a:xfrm>
            <a:off x="7660257" y="1282042"/>
            <a:ext cx="4405223" cy="3479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Sequencer – creating the transactions according to our TB </a:t>
            </a:r>
            <a:r>
              <a:rPr lang="en-US" sz="1600" dirty="0" err="1"/>
              <a:t>scenarioes</a:t>
            </a:r>
            <a:endParaRPr lang="he-I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REF_Model</a:t>
            </a:r>
            <a:r>
              <a:rPr lang="en-US" sz="1600" dirty="0"/>
              <a:t> – our </a:t>
            </a:r>
            <a:r>
              <a:rPr lang="en-US" sz="1600" dirty="0" err="1"/>
              <a:t>funvtional</a:t>
            </a:r>
            <a:r>
              <a:rPr lang="en-US" sz="1600" dirty="0"/>
              <a:t> module that represent the behave of the DUT as we understand it from the designers.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Driver – drives the transaction though the interface to the DUT.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Monitor  - getting the DUT outputs and convert it to transaction and pass it to the SB.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Scoreboard –  matching between the REF expected output and the actual output of the DUT.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Timer_dut</a:t>
            </a:r>
            <a:r>
              <a:rPr lang="en-US" sz="1600" dirty="0"/>
              <a:t> – out device unit test.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643D0A-0392-8458-DD98-776E38BF7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1" y="1713362"/>
            <a:ext cx="7537447" cy="421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37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7F3E6-D139-B821-2259-DC2AC51A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143ED-B657-F466-6E18-1BEDC145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08" y="374322"/>
            <a:ext cx="9809192" cy="907720"/>
          </a:xfrm>
        </p:spPr>
        <p:txBody>
          <a:bodyPr>
            <a:normAutofit fontScale="90000"/>
          </a:bodyPr>
          <a:lstStyle/>
          <a:p>
            <a:r>
              <a:rPr lang="en-GB" dirty="0"/>
              <a:t>Phase 4 – </a:t>
            </a:r>
            <a:r>
              <a:rPr lang="en-GB" dirty="0" err="1"/>
              <a:t>covPlan</a:t>
            </a:r>
            <a:r>
              <a:rPr lang="en-GB" dirty="0"/>
              <a:t> &amp; test scenarios</a:t>
            </a:r>
            <a:endParaRPr lang="en-IL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8A264E-6923-B623-1E36-1A88F85EA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434621"/>
              </p:ext>
            </p:extLst>
          </p:nvPr>
        </p:nvGraphicFramePr>
        <p:xfrm>
          <a:off x="502249" y="1439333"/>
          <a:ext cx="546147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3195B3-CA6B-A5E7-7BCE-224B4A6AC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81"/>
              </p:ext>
            </p:extLst>
          </p:nvPr>
        </p:nvGraphicFramePr>
        <p:xfrm>
          <a:off x="6228274" y="1446681"/>
          <a:ext cx="5745190" cy="4476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937">
                  <a:extLst>
                    <a:ext uri="{9D8B030D-6E8A-4147-A177-3AD203B41FA5}">
                      <a16:colId xmlns:a16="http://schemas.microsoft.com/office/drawing/2014/main" val="3362473188"/>
                    </a:ext>
                  </a:extLst>
                </a:gridCol>
                <a:gridCol w="909384">
                  <a:extLst>
                    <a:ext uri="{9D8B030D-6E8A-4147-A177-3AD203B41FA5}">
                      <a16:colId xmlns:a16="http://schemas.microsoft.com/office/drawing/2014/main" val="2147202253"/>
                    </a:ext>
                  </a:extLst>
                </a:gridCol>
                <a:gridCol w="3679869">
                  <a:extLst>
                    <a:ext uri="{9D8B030D-6E8A-4147-A177-3AD203B41FA5}">
                      <a16:colId xmlns:a16="http://schemas.microsoft.com/office/drawing/2014/main" val="3759139053"/>
                    </a:ext>
                  </a:extLst>
                </a:gridCol>
              </a:tblGrid>
              <a:tr h="359115">
                <a:tc>
                  <a:txBody>
                    <a:bodyPr/>
                    <a:lstStyle/>
                    <a:p>
                      <a:r>
                        <a:rPr lang="en-US" sz="1400" dirty="0"/>
                        <a:t>Test name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1968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/>
                        <a:t>Basic operation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Random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Loading valid data and str countdown should stop at the end.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629071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/>
                        <a:t>Reset operation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directed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Should stop any operation and get to the ideal state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252277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Reload_en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directed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Should state all over the countdown at the end with STR signal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32729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/>
                        <a:t>Unmapped address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Random 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Should continue without changing 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720492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/>
                        <a:t>WR while RD mode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directed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Should ignore the input data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0777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/>
                        <a:t>Loading zero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directed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Should load 1 as default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800351"/>
                  </a:ext>
                </a:extLst>
              </a:tr>
              <a:tr h="588248">
                <a:tc>
                  <a:txBody>
                    <a:bodyPr/>
                    <a:lstStyle/>
                    <a:p>
                      <a:r>
                        <a:rPr lang="en-US" sz="1400" dirty="0"/>
                        <a:t>Str while countdown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directed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Should str the countdown all over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49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78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D519-CEEF-7027-6219-BEB5C9D0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1F83-23B8-96C3-34EA-41C14B90D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07" y="374322"/>
            <a:ext cx="10092905" cy="90772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Phase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GB" dirty="0">
                <a:solidFill>
                  <a:srgbClr val="FF0000"/>
                </a:solidFill>
              </a:rPr>
              <a:t> – Stimulus Planning</a:t>
            </a:r>
            <a:endParaRPr lang="en-IL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C56402-AFFC-91A0-D5D4-D02137FAE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25094"/>
              </p:ext>
            </p:extLst>
          </p:nvPr>
        </p:nvGraphicFramePr>
        <p:xfrm>
          <a:off x="1249871" y="1593810"/>
          <a:ext cx="873951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3172">
                  <a:extLst>
                    <a:ext uri="{9D8B030D-6E8A-4147-A177-3AD203B41FA5}">
                      <a16:colId xmlns:a16="http://schemas.microsoft.com/office/drawing/2014/main" val="2084422596"/>
                    </a:ext>
                  </a:extLst>
                </a:gridCol>
                <a:gridCol w="2913172">
                  <a:extLst>
                    <a:ext uri="{9D8B030D-6E8A-4147-A177-3AD203B41FA5}">
                      <a16:colId xmlns:a16="http://schemas.microsoft.com/office/drawing/2014/main" val="1634144005"/>
                    </a:ext>
                  </a:extLst>
                </a:gridCol>
                <a:gridCol w="2913172">
                  <a:extLst>
                    <a:ext uri="{9D8B030D-6E8A-4147-A177-3AD203B41FA5}">
                      <a16:colId xmlns:a16="http://schemas.microsoft.com/office/drawing/2014/main" val="4258954097"/>
                    </a:ext>
                  </a:extLst>
                </a:gridCol>
              </a:tblGrid>
              <a:tr h="348241">
                <a:tc>
                  <a:txBody>
                    <a:bodyPr/>
                    <a:lstStyle/>
                    <a:p>
                      <a:r>
                        <a:rPr lang="en-US" dirty="0"/>
                        <a:t>Sequence name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Parameters / constraints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260001"/>
                  </a:ext>
                </a:extLst>
              </a:tr>
              <a:tr h="497488">
                <a:tc>
                  <a:txBody>
                    <a:bodyPr/>
                    <a:lstStyle/>
                    <a:p>
                      <a:r>
                        <a:rPr lang="en-US" dirty="0" err="1"/>
                        <a:t>seq_load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Write =&gt; read transaction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</a:t>
                      </a:r>
                      <a:r>
                        <a:rPr lang="en-US" dirty="0"/>
                        <a:t> within valid range,</a:t>
                      </a:r>
                    </a:p>
                    <a:p>
                      <a:r>
                        <a:rPr lang="en-US" dirty="0" err="1"/>
                        <a:t>Wr_en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411691"/>
                  </a:ext>
                </a:extLst>
              </a:tr>
              <a:tr h="348241">
                <a:tc>
                  <a:txBody>
                    <a:bodyPr/>
                    <a:lstStyle/>
                    <a:p>
                      <a:r>
                        <a:rPr lang="en-US" dirty="0" err="1"/>
                        <a:t>Seq_str_II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 while countdown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24423"/>
                  </a:ext>
                </a:extLst>
              </a:tr>
              <a:tr h="20175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561117"/>
                  </a:ext>
                </a:extLst>
              </a:tr>
              <a:tr h="20175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943842"/>
                  </a:ext>
                </a:extLst>
              </a:tr>
              <a:tr h="20175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90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29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4834-34D2-E125-B84C-00835BB3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F76B-7A14-8110-B3FC-2D685C07C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08" y="374322"/>
            <a:ext cx="11064815" cy="907720"/>
          </a:xfrm>
        </p:spPr>
        <p:txBody>
          <a:bodyPr>
            <a:normAutofit fontScale="90000"/>
          </a:bodyPr>
          <a:lstStyle/>
          <a:p>
            <a:r>
              <a:rPr lang="en-GB" dirty="0"/>
              <a:t>Phase 6 – Closure &amp; Reporting strategy</a:t>
            </a: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C89765-42F3-E632-474A-633DE920E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730669"/>
              </p:ext>
            </p:extLst>
          </p:nvPr>
        </p:nvGraphicFramePr>
        <p:xfrm>
          <a:off x="1380226" y="1444285"/>
          <a:ext cx="8942717" cy="2501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8135">
                  <a:extLst>
                    <a:ext uri="{9D8B030D-6E8A-4147-A177-3AD203B41FA5}">
                      <a16:colId xmlns:a16="http://schemas.microsoft.com/office/drawing/2014/main" val="2909132858"/>
                    </a:ext>
                  </a:extLst>
                </a:gridCol>
                <a:gridCol w="2872291">
                  <a:extLst>
                    <a:ext uri="{9D8B030D-6E8A-4147-A177-3AD203B41FA5}">
                      <a16:colId xmlns:a16="http://schemas.microsoft.com/office/drawing/2014/main" val="489888389"/>
                    </a:ext>
                  </a:extLst>
                </a:gridCol>
                <a:gridCol w="2872291">
                  <a:extLst>
                    <a:ext uri="{9D8B030D-6E8A-4147-A177-3AD203B41FA5}">
                      <a16:colId xmlns:a16="http://schemas.microsoft.com/office/drawing/2014/main" val="518077617"/>
                    </a:ext>
                  </a:extLst>
                </a:gridCol>
              </a:tblGrid>
              <a:tr h="244406">
                <a:tc>
                  <a:txBody>
                    <a:bodyPr/>
                    <a:lstStyle/>
                    <a:p>
                      <a:r>
                        <a:rPr lang="en-US" dirty="0"/>
                        <a:t>Metric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Justification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54846"/>
                  </a:ext>
                </a:extLst>
              </a:tr>
              <a:tr h="427711">
                <a:tc>
                  <a:txBody>
                    <a:bodyPr/>
                    <a:lstStyle/>
                    <a:p>
                      <a:r>
                        <a:rPr lang="en-US" dirty="0"/>
                        <a:t>Code coverage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Why this level is sufficient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1410"/>
                  </a:ext>
                </a:extLst>
              </a:tr>
              <a:tr h="427711">
                <a:tc>
                  <a:txBody>
                    <a:bodyPr/>
                    <a:lstStyle/>
                    <a:p>
                      <a:r>
                        <a:rPr lang="en-US" dirty="0"/>
                        <a:t>Functional coverage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Base on coverage goals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3388"/>
                  </a:ext>
                </a:extLst>
              </a:tr>
              <a:tr h="427711">
                <a:tc>
                  <a:txBody>
                    <a:bodyPr/>
                    <a:lstStyle/>
                    <a:p>
                      <a:r>
                        <a:rPr lang="en-US" dirty="0"/>
                        <a:t>Assertion coverage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Which properties must trigger 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11688"/>
                  </a:ext>
                </a:extLst>
              </a:tr>
              <a:tr h="611015">
                <a:tc>
                  <a:txBody>
                    <a:bodyPr/>
                    <a:lstStyle/>
                    <a:p>
                      <a:r>
                        <a:rPr lang="en-US" dirty="0"/>
                        <a:t>Bug rate/ severity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Threshold for tape-out readiness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095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284EF99-C438-74A4-071E-AACE6B90DFEA}"/>
              </a:ext>
            </a:extLst>
          </p:cNvPr>
          <p:cNvSpPr txBox="1"/>
          <p:nvPr/>
        </p:nvSpPr>
        <p:spPr>
          <a:xfrm>
            <a:off x="1380226" y="4451230"/>
            <a:ext cx="9293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Which req was the hardest to make measurable?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Where could randomization help u close coverage faster?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What assumptions did u have to make about the DUT?</a:t>
            </a:r>
            <a:endParaRPr lang="LID4096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32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15342</TotalTime>
  <Words>662</Words>
  <Application>Microsoft Office PowerPoint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 Text</vt:lpstr>
      <vt:lpstr>Office Theme</vt:lpstr>
      <vt:lpstr>Verification Planning Mid Pro</vt:lpstr>
      <vt:lpstr>Project Overview &amp; scope </vt:lpstr>
      <vt:lpstr>Requirements Extraction &amp; RTM</vt:lpstr>
      <vt:lpstr>Phase 3 - TB architecture</vt:lpstr>
      <vt:lpstr>Phase 4 – covPlan &amp; test scenarios</vt:lpstr>
      <vt:lpstr>Phase 5 – Stimulus Planning</vt:lpstr>
      <vt:lpstr>Phase 6 – Closure &amp; Reporting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אופיר קבל</dc:creator>
  <cp:lastModifiedBy>אופיר קבל</cp:lastModifiedBy>
  <cp:revision>89</cp:revision>
  <dcterms:created xsi:type="dcterms:W3CDTF">2025-11-06T13:48:04Z</dcterms:created>
  <dcterms:modified xsi:type="dcterms:W3CDTF">2025-12-14T17:54:16Z</dcterms:modified>
</cp:coreProperties>
</file>